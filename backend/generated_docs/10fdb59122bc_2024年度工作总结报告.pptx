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2024年度工作总结报告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由灵犀 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2024年度工作总结报告</a:t>
            </a:r>
          </a:p>
          <a:p>
            <a:pPr>
              <a:defRPr sz="1800"/>
            </a:pPr>
            <a:r>
              <a:t>部门：市场营销部</a:t>
            </a:r>
          </a:p>
          <a:p>
            <a:pPr>
              <a:defRPr sz="1800"/>
            </a:pPr>
            <a:r>
              <a:t>汇报人：张明</a:t>
            </a:r>
          </a:p>
          <a:p>
            <a:pPr>
              <a:defRPr sz="1800"/>
            </a:pPr>
            <a:r>
              <a:t>日期：2024年12月20日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年度工作概览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全年完成营收目标108%，同比增长12.5%</a:t>
            </a:r>
          </a:p>
          <a:p>
            <a:pPr>
              <a:defRPr sz="1800"/>
            </a:pPr>
            <a:r>
              <a:t>新客户增长32%，重点行业覆盖拓展至5大领域</a:t>
            </a:r>
          </a:p>
          <a:p>
            <a:pPr>
              <a:defRPr sz="1800"/>
            </a:pPr>
            <a:r>
              <a:t>数字化营销工具全面上线，线索转化率提升27%</a:t>
            </a:r>
          </a:p>
          <a:p>
            <a:pPr>
              <a:defRPr sz="1800"/>
            </a:pPr>
            <a:r>
              <a:t>团队规模扩充至28人，核心骨干留存率达96%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关键成果与亮点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成功策划并执行‘智启2024’大型品牌活动，曝光量超2600万次</a:t>
            </a:r>
          </a:p>
          <a:p>
            <a:pPr>
              <a:defRPr sz="1800"/>
            </a:pPr>
            <a:r>
              <a:t>私域流量池新增用户42.6万人，活跃度达行业TOP10%</a:t>
            </a:r>
          </a:p>
          <a:p>
            <a:pPr>
              <a:defRPr sz="1800"/>
            </a:pPr>
            <a:r>
              <a:t>AI内容生成平台落地应用，内容产出效率提升40%</a:t>
            </a:r>
          </a:p>
          <a:p>
            <a:pPr>
              <a:defRPr sz="1800"/>
            </a:pPr>
            <a:r>
              <a:t>获集团‘卓越运营奖’及客户满意度金奖（NPS=78.3）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问题分析与挑战反思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Q2季度市场突发政策调整导致部分项目延期交付</a:t>
            </a:r>
          </a:p>
          <a:p>
            <a:pPr>
              <a:defRPr sz="1800"/>
            </a:pPr>
            <a:r>
              <a:t>跨部门协同流程仍存在响应滞后，平均协作周期超标准1.8天</a:t>
            </a:r>
          </a:p>
          <a:p>
            <a:pPr>
              <a:defRPr sz="1800"/>
            </a:pPr>
            <a:r>
              <a:t>数据中台底层整合尚未完成，影响实时决策支持能力</a:t>
            </a:r>
          </a:p>
          <a:p>
            <a:pPr>
              <a:defRPr sz="1800"/>
            </a:pPr>
            <a:r>
              <a:t>高潜力人才梯队建设需加强，后备管理者储备仅覆盖60%岗位需求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2025年度工作规划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锚定营收增长15%目标，聚焦高价值客户深耕与出海业务试点</a:t>
            </a:r>
          </a:p>
          <a:p>
            <a:pPr>
              <a:defRPr sz="1800"/>
            </a:pPr>
            <a:r>
              <a:t>启动‘数智营销2.0’升级计划，构建统一CDP客户数据平台</a:t>
            </a:r>
          </a:p>
          <a:p>
            <a:pPr>
              <a:defRPr sz="1800"/>
            </a:pPr>
            <a:r>
              <a:t>推行‘领航者’人才培养工程，实现关键岗位100%继任者就绪</a:t>
            </a:r>
          </a:p>
          <a:p>
            <a:pPr>
              <a:defRPr sz="1800"/>
            </a:pPr>
            <a:r>
              <a:t>优化OKR+敏捷双轨机制，强化季度复盘与动态资源调配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灵犀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