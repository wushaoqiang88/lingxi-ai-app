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智擎AI：企业级AI工具商业计划书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由灵犀 AI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智擎AI是一款面向中小企业的轻量化、可嵌入式AI工作流平台，聚焦销售提效、客户服务与运营自动化</a:t>
            </a:r>
          </a:p>
          <a:p>
            <a:pPr>
              <a:defRPr sz="1800"/>
            </a:pPr>
            <a:r>
              <a:t>首年目标覆盖500家SaaS/电商/本地服务类客户，ARR达1200万元</a:t>
            </a:r>
          </a:p>
          <a:p>
            <a:pPr>
              <a:defRPr sz="1800"/>
            </a:pPr>
            <a:r>
              <a:t>核心壁垒：行业垂类微调模型+低代码集成引擎+合规数据沙箱</a:t>
            </a:r>
          </a:p>
          <a:p>
            <a:pPr>
              <a:defRPr sz="1800"/>
            </a:pPr>
            <a:r>
              <a:t>团队由前阿里云AI产品总监、腾讯NLP首席工程师及资深SaaS增长顾问联合创立</a:t>
            </a:r>
          </a:p>
          <a:p>
            <a:pPr>
              <a:defRPr sz="1800"/>
            </a:pPr>
            <a:r>
              <a:t>本轮融资2000万元，释放15%股权，资金主要用于产品迭代（45%）、行业解决方案建设（30%）及标杆客户攻坚（25%）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市场分析：高潜力、低渗透的蓝海市场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中国AI企业服务市场规模2025年将达2890亿元（CAGR 32.7%，IDC 2024），但中小企业AI工具渗透率不足12%</a:t>
            </a:r>
          </a:p>
          <a:p>
            <a:pPr>
              <a:defRPr sz="1800"/>
            </a:pPr>
            <a:r>
              <a:t>目标客群（员工50–500人、年营收1000万–5亿元）痛点明确：缺乏AI技术能力、预算有限、担忧数据安全、急需快速见效</a:t>
            </a:r>
          </a:p>
          <a:p>
            <a:pPr>
              <a:defRPr sz="1800"/>
            </a:pPr>
            <a:r>
              <a:t>竞品格局分化：头部大模型厂商（如文心一言）重通用性轻落地；垂直SaaS（如有赞AI客服）功能封闭、不可扩展；开源方案（LangChain+Llama）实施成本高、运维门槛高</a:t>
            </a:r>
          </a:p>
          <a:p>
            <a:pPr>
              <a:defRPr sz="1800"/>
            </a:pPr>
            <a:r>
              <a:t>区域验证：长三角试点中，67%客户在2周内上线首个AI工作流（如智能询盘分发+自动报价），平均销售线索转化率提升23%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产品定位：专注‘可交付价值’的AI工作台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三层架构：① 底座层——私有化部署的行业精调小模型（金融/零售/制造三套Kit，支持API微调）</a:t>
            </a:r>
          </a:p>
          <a:p>
            <a:pPr>
              <a:defRPr sz="1800"/>
            </a:pPr>
            <a:r>
              <a:t>② 工具层——可视化AI流程编排器（拖拽式RAG+规则引擎+人工审核节点）</a:t>
            </a:r>
          </a:p>
          <a:p>
            <a:pPr>
              <a:defRPr sz="1800"/>
            </a:pPr>
            <a:r>
              <a:t>③ 集成层——预置钉钉/企微/纷享销客/用友YonBIP等21个主流系统连接器，平均接入时间&lt;4小时</a:t>
            </a:r>
          </a:p>
          <a:p>
            <a:pPr>
              <a:defRPr sz="1800"/>
            </a:pPr>
            <a:r>
              <a:t>差异化价值：‘开箱即用’场景包（含合同审查、工单摘要、直播话术生成等8类模板），客户无需AI专家即可配置</a:t>
            </a:r>
          </a:p>
          <a:p>
            <a:pPr>
              <a:defRPr sz="1800"/>
            </a:pPr>
            <a:r>
              <a:t>定价策略：按‘AI任务量+集成系统数’阶梯订阅（基础版9800元/年，含5个场景+3系统；旗舰版49800元/年，含全场景+无限系统+专属模型微调）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商业模式：SaaS订阅为主，生态协同为翼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收入结构：订阅费（78%）、定制开发（15%）、渠道分成（5%）、模型托管服务（2%）</a:t>
            </a:r>
          </a:p>
          <a:p>
            <a:pPr>
              <a:defRPr sz="1800"/>
            </a:pPr>
            <a:r>
              <a:t>获客路径：线上——行业白皮书+AI效能诊断工具（留资转化率22%）；线下——与用友/金蝶ISV联合举办‘AI增效闭门会’</a:t>
            </a:r>
          </a:p>
          <a:p>
            <a:pPr>
              <a:defRPr sz="1800"/>
            </a:pPr>
            <a:r>
              <a:t>客户成功体系：专属CSM+季度AI效能复盘报告（含ROI测算），续约率目标达89%（行业均值71%）</a:t>
            </a:r>
          </a:p>
          <a:p>
            <a:pPr>
              <a:defRPr sz="1800"/>
            </a:pPr>
            <a:r>
              <a:t>生态构建：开放开发者平台，向ISV提供SDK与分成激励（首年接入超50家，贡献30%新增线索）</a:t>
            </a:r>
          </a:p>
          <a:p>
            <a:pPr>
              <a:defRPr sz="1800"/>
            </a:pPr>
            <a:r>
              <a:t>财务预测：第三年实现盈亏平衡，毛利率稳定在76%（自研模型底座降低算力依赖）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落地计划：分阶段验证、规模化复制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Phase 1（0–6月）：完成金融与电商双行业MVP验证，签约30家付费POC客户，打磨核心工作流SLA（响应&lt;1.2s，准确率≥91%）</a:t>
            </a:r>
          </a:p>
          <a:p>
            <a:pPr>
              <a:defRPr sz="1800"/>
            </a:pPr>
            <a:r>
              <a:t>Phase 2（7–18月）：发布V2.0平台，上线制造业解决方案，启动渠道伙伴计划，签约12家区域金牌代理</a:t>
            </a:r>
          </a:p>
          <a:p>
            <a:pPr>
              <a:defRPr sz="1800"/>
            </a:pPr>
            <a:r>
              <a:t>Phase 3（19–36月）：拓展至东南亚市场（首站新加坡），推出AI合规审计模块（满足GDPR/《生成式AI服务管理暂行办法》），客户总数突破2000家</a:t>
            </a:r>
          </a:p>
          <a:p>
            <a:pPr>
              <a:defRPr sz="1800"/>
            </a:pPr>
            <a:r>
              <a:t>关键里程碑：Q3通过等保三级认证；Q4获ISO 27001认证；第24个月实现单月ARR破千万</a:t>
            </a:r>
          </a:p>
          <a:p>
            <a:pPr>
              <a:defRPr sz="1800"/>
            </a:pPr>
            <a:r>
              <a:t>资源投入：首年组建20人产研团队（含5名领域算法工程师），建立杭州AI实验室与深圳客户成功中心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风险控制：前瞻识别、机制化应对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技术风险：建立双模型冗余架构（主推自研模型，同时兼容Qwen/GLM接口），每季度压力测试+对抗样本攻防演练</a:t>
            </a:r>
          </a:p>
          <a:p>
            <a:pPr>
              <a:defRPr sz="1800"/>
            </a:pPr>
            <a:r>
              <a:t>合规风险：内置数据主权开关（客户可一键关闭训练数据上传），所有模型微调在客户私有环境完成，通过第三方律所AI合规审计</a:t>
            </a:r>
          </a:p>
          <a:p>
            <a:pPr>
              <a:defRPr sz="1800"/>
            </a:pPr>
            <a:r>
              <a:t>市场风险：设置‘AI成效对赌条款’——若6个月内未达成约定指标（如客服响应提速30%），返还首年50%费用</a:t>
            </a:r>
          </a:p>
          <a:p>
            <a:pPr>
              <a:defRPr sz="1800"/>
            </a:pPr>
            <a:r>
              <a:t>运营风险：核心算法团队签署5年竞业协议；关键模块采用AB双人交叉维护制；预留15%预算用于突发需求快速响应</a:t>
            </a:r>
          </a:p>
          <a:p>
            <a:pPr>
              <a:defRPr sz="1800"/>
            </a:pPr>
            <a:r>
              <a:t>财务风控：采用‘预收款+分期交付’模式，合同首期款不低于60%，现金流安全线维持≥18个月运营支出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— 灵犀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