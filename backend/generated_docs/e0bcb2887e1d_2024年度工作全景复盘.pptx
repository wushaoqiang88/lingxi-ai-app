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914400"/>
            <a:ext cx="4389120" cy="4389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11480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155448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832104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LINGXI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PingFang SC"/>
              </a:rPr>
              <a:t>2024年度工作全景复盘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CBD5E1"/>
                </a:solidFill>
                <a:latin typeface="PingFang SC"/>
              </a:rPr>
              <a:t>聚焦成长、沉淀价值、驱动未来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9204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  <a:latin typeface="PingFang SC"/>
              </a:rPr>
              <a:t>AI 生成内容 / 自动排版 / 可编辑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核心成果概览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年度总览：稳中有进，质效双升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01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794759"/>
            <a:ext cx="141732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39776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全年目标完成率102%，超额达成关键KPI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593591"/>
            <a:ext cx="1417320" cy="129844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3776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客户满意度达96.3%，同比提升2.8个百分点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392424"/>
            <a:ext cx="1417320" cy="14996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3575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流程优化落地17项，平均提效23%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3191256"/>
            <a:ext cx="1417320" cy="170078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1" y="33741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399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团队能力认证通过率100%，骨干培养覆盖率92%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919472"/>
            <a:ext cx="9784080" cy="548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Q1 · 规划与启动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一月–三月：筑基启航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02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9966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完成年度OKR对齐与部门拆解，覆盖全部12个职能模块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上线新版项目管理看板，实现跨部门进度实时可视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启动‘春耕计划’技能赋能，开展6场内训+2场认证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4244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59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春节服务保障零重大投诉，响应时效缩短至15分钟内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64008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Q2 · 执行与创新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四月–六月：攻坚突破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03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13055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26771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210312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主导XX系统升级项目，提前11天上线并一次性通过验收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74519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90488" y="213055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6771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210312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推出3款客户定制化解决方案，带动季度营收增长18%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375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93591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373075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344" y="356616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建立知识库V2.0，累计沉淀SOP/案例327份，复用率达76%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3375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90488" y="3593591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373075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356616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完成首次全流程压力测试，系统峰值承载能力提升40%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98932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989320"/>
            <a:ext cx="5394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640080"/>
            <a:ext cx="2011680" cy="2011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Q3 · 整合与提效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七月–九月：深化协同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04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13055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26771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210312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推行‘敏捷协作单元’机制，跨组需求交付周期压缩35%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74519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90488" y="2130552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6771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210312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上线客户成功健康度仪表盘，实现风险前置识别（准确率89%）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375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93591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373075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344" y="356616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组织跨部门复盘会12场，输出改进项43条，闭环率93%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3375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90488" y="3593591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3730752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3566160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暑期专项服务响应达标率100%，NPS提升至52分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989320"/>
            <a:ext cx="107899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989320"/>
            <a:ext cx="71932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Q4 · 收口与前瞻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十月–十二月：收官跃升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05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9966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高质量完成年度审计与合规检查，0待整改项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发布《2025技术演进路线图》，明确4大重点方向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启动‘星光人才计划’，完成高潜员工画像与IDP制定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0" y="2880360"/>
            <a:ext cx="585216" cy="5852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42448" y="3044952"/>
            <a:ext cx="182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3749039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59" y="3950208"/>
            <a:ext cx="1554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年度客户续约率达91.5%，创三年新高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85216"/>
            <a:ext cx="10789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/>
              </a:rPr>
              <a:t>战略锚点与行动承诺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50976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2025展望：以终为始，持续进化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94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PingFang SC"/>
              </a:rPr>
              <a:t>06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1005840"/>
            <a:ext cx="17373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794759"/>
            <a:ext cx="141732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39776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聚焦‘客户体验智能化’与‘组织能力产品化’双主线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593591"/>
            <a:ext cx="1417320" cy="129844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3776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设定2025三大攻坚目标：NPS≥60、人效提升15%、知识复用率超85%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392424"/>
            <a:ext cx="1417320" cy="14996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35753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每季度发布《效能洞察简报》，推动数据驱动决策常态化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3191256"/>
            <a:ext cx="1417320" cy="170078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1" y="33741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399" y="5120640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PingFang SC"/>
              </a:rPr>
              <a:t>全员践行‘复盘-迭代-共享’工作法，打造学习型组织底座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919472"/>
            <a:ext cx="9784080" cy="548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914400"/>
            <a:ext cx="2377440" cy="2377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3291840"/>
            <a:ext cx="3200400" cy="3200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51460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PingFang SC"/>
              </a:rP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3401568"/>
            <a:ext cx="6263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PingFang SC"/>
              </a:rPr>
              <a:t>由灵犀 AI 生成真实可编辑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