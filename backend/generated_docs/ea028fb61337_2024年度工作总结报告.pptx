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2024年度工作总结报告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由灵犀 AI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2024年度工作总结报告</a:t>
            </a:r>
          </a:p>
          <a:p>
            <a:pPr>
              <a:defRPr sz="1800"/>
            </a:pPr>
            <a:r>
              <a:t>部门：市场营销部</a:t>
            </a:r>
          </a:p>
          <a:p>
            <a:pPr>
              <a:defRPr sz="1800"/>
            </a:pPr>
            <a:r>
              <a:t>汇报人：张明</a:t>
            </a:r>
          </a:p>
          <a:p>
            <a:pPr>
              <a:defRPr sz="1800"/>
            </a:pPr>
            <a:r>
              <a:t>日期：2024年12月20日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年度工作概览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全年完成营收目标108%，同比增长12.5%</a:t>
            </a:r>
          </a:p>
          <a:p>
            <a:pPr>
              <a:defRPr sz="1800"/>
            </a:pPr>
            <a:r>
              <a:t>新客户增长32%，重点行业覆盖拓展至5大领域</a:t>
            </a:r>
          </a:p>
          <a:p>
            <a:pPr>
              <a:defRPr sz="1800"/>
            </a:pPr>
            <a:r>
              <a:t>数字化营销工具全面上线，线索转化率提升27%</a:t>
            </a:r>
          </a:p>
          <a:p>
            <a:pPr>
              <a:defRPr sz="1800"/>
            </a:pPr>
            <a:r>
              <a:t>团队规模扩充至28人，核心骨干留存率达96%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关键成果与亮点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成功策划并执行‘智启2024’大型品牌活动，曝光量超2600万次</a:t>
            </a:r>
          </a:p>
          <a:p>
            <a:pPr>
              <a:defRPr sz="1800"/>
            </a:pPr>
            <a:r>
              <a:t>私域流量池新增用户42.6万人，活跃度达行业TOP10%</a:t>
            </a:r>
          </a:p>
          <a:p>
            <a:pPr>
              <a:defRPr sz="1800"/>
            </a:pPr>
            <a:r>
              <a:t>AI内容生成平台落地应用，内容产出效率提升40%</a:t>
            </a:r>
          </a:p>
          <a:p>
            <a:pPr>
              <a:defRPr sz="1800"/>
            </a:pPr>
            <a:r>
              <a:t>获集团‘卓越运营奖’及客户满意度金奖（NPS=78.3）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问题分析与反思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Q2渠道协同效率偏低，跨部门响应平均延迟1.8天</a:t>
            </a:r>
          </a:p>
          <a:p>
            <a:pPr>
              <a:defRPr sz="1800"/>
            </a:pPr>
            <a:r>
              <a:t>部分新业务线ROI未达预期（如短视频本地化投放），需优化策略模型</a:t>
            </a:r>
          </a:p>
          <a:p>
            <a:pPr>
              <a:defRPr sz="1800"/>
            </a:pPr>
            <a:r>
              <a:t>数据中台底层整合尚未完成，影响实时决策支持能力</a:t>
            </a:r>
          </a:p>
          <a:p>
            <a:pPr>
              <a:defRPr sz="1800"/>
            </a:pPr>
            <a:r>
              <a:t>基层员工复合技能培养体系尚不完善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2025年重点工作规划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推进‘全域增长引擎’计划：打通公域—私域—销售全链路</a:t>
            </a:r>
          </a:p>
          <a:p>
            <a:pPr>
              <a:defRPr sz="1800"/>
            </a:pPr>
            <a:r>
              <a:t>启动数据中台二期建设，实现BI看板100%业务单元覆盖</a:t>
            </a:r>
          </a:p>
          <a:p>
            <a:pPr>
              <a:defRPr sz="1800"/>
            </a:pPr>
            <a:r>
              <a:t>实施‘星火人才计划’：完成全员AI工具认证+30%骨干跨职能轮岗</a:t>
            </a:r>
          </a:p>
          <a:p>
            <a:pPr>
              <a:defRPr sz="1800"/>
            </a:pPr>
            <a:r>
              <a:t>设定2025年核心目标：营收增长15%，客户LTV提升20%，NPS突破82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— 灵犀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