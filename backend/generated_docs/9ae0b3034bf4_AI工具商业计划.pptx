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914400"/>
            <a:ext cx="4389120" cy="4389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114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15544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83210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LINGXI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AI工具商业计划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BD5E1"/>
                </a:solidFill>
                <a:latin typeface="PingFang SC"/>
              </a:rPr>
              <a:t>面向企业效率增长的智能工作流平台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PingFang SC"/>
              </a:rPr>
              <a:t>AI 生成内容 / 自动排版 / 可编辑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市场洞察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市场机会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01 /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794759"/>
            <a:ext cx="14173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39776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企业正在从单点AI试用进入流程级AI落地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593591"/>
            <a:ext cx="1417320" cy="12984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3776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知识工作自动化具备持续付费价值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92424"/>
            <a:ext cx="1417320" cy="14996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575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中小团队需要低门槛的一体化工具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3191256"/>
            <a:ext cx="1417320" cy="17007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1" y="3374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行业竞争关键在场景深度和交付体验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919472"/>
            <a:ext cx="978408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64008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产品策略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产品定位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02 /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聚焦写作、文档、图像、学习等高频任务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0488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提供移动端即开即用体验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以真实文件和真实图片交付结果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90488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通过模板化能力降低使用成本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98932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989320"/>
            <a:ext cx="71932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执行计划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落地路径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03 /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9966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完成核心模块闭环</a:t>
            </a:r>
          </a:p>
        </p:txBody>
      </p:sp>
      <p:sp>
        <p:nvSpPr>
          <p:cNvPr id="12" name="Oval 11"/>
          <p:cNvSpPr/>
          <p:nvPr/>
        </p:nvSpPr>
        <p:spPr>
          <a:xfrm>
            <a:off x="324612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接入真实生成服务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7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建立会员和任务体系</a:t>
            </a:r>
          </a:p>
        </p:txBody>
      </p:sp>
      <p:sp>
        <p:nvSpPr>
          <p:cNvPr id="20" name="Oval 19"/>
          <p:cNvSpPr/>
          <p:nvPr/>
        </p:nvSpPr>
        <p:spPr>
          <a:xfrm>
            <a:off x="7909559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7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59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39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优化下载与分享体验</a:t>
            </a:r>
          </a:p>
        </p:txBody>
      </p:sp>
      <p:sp>
        <p:nvSpPr>
          <p:cNvPr id="24" name="Oval 23"/>
          <p:cNvSpPr/>
          <p:nvPr/>
        </p:nvSpPr>
        <p:spPr>
          <a:xfrm>
            <a:off x="1024128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244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59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持续收集用户反馈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914400"/>
            <a:ext cx="2377440" cy="2377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3291840"/>
            <a:ext cx="3200400" cy="3200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51460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PingFang SC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401568"/>
            <a:ext cx="6263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PingFang SC"/>
              </a:rPr>
              <a:t>由灵犀 AI 生成真实可编辑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