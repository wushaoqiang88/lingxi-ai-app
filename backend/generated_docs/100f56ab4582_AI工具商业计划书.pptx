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AI工具商业计划书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由灵犀 AI 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AI工具商业计划书</a:t>
            </a:r>
          </a:p>
          <a:p>
            <a:pPr>
              <a:defRPr sz="1800"/>
            </a:pPr>
            <a:r>
              <a:t>赋能企业智能化转型</a:t>
            </a:r>
          </a:p>
          <a:p>
            <a:pPr>
              <a:defRPr sz="1800"/>
            </a:pPr>
            <a:r>
              <a:t>2024年Q3启动</a:t>
            </a:r>
          </a:p>
          <a:p>
            <a:pPr>
              <a:defRPr sz="1800"/>
            </a:pPr>
            <a:r>
              <a:t>核心团队：AI算法专家 × SaaS产品老兵 × 行业解决方案顾问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市场分析：高增长、强痛点、低渗透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全球AI软件市场预计2027年达$1.3T（CAGR 37.3%，Statista）</a:t>
            </a:r>
          </a:p>
          <a:p>
            <a:pPr>
              <a:defRPr sz="1800"/>
            </a:pPr>
            <a:r>
              <a:t>国内中小企业AI工具渗透率不足12%（艾瑞咨询2024），存在显著服务空白</a:t>
            </a:r>
          </a:p>
          <a:p>
            <a:pPr>
              <a:defRPr sz="1800"/>
            </a:pPr>
            <a:r>
              <a:t>TOP3痛点：数据孤岛难整合、模型调用门槛高、业务场景适配弱、ROI难以量化</a:t>
            </a:r>
          </a:p>
          <a:p>
            <a:pPr>
              <a:defRPr sz="1800"/>
            </a:pPr>
            <a:r>
              <a:t>重点目标行业：电商客服、区域银行风控、制造业设备预测性维护、跨境电商营销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产品定位：轻量级、场景化、可嵌入的AI智能体平台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核心产品：Aegis AI Studio —— 低代码AI工作流引擎 + 行业垂类智能体模板库</a:t>
            </a:r>
          </a:p>
          <a:p>
            <a:pPr>
              <a:defRPr sz="1800"/>
            </a:pPr>
            <a:r>
              <a:t>差异化定位：不卖大模型API，而卖‘开箱即用的决策能力’（如：自动识别客诉情绪并触发工单+话术建议）</a:t>
            </a:r>
          </a:p>
          <a:p>
            <a:pPr>
              <a:defRPr sz="1800"/>
            </a:pPr>
            <a:r>
              <a:t>三重适配：适配企业现有CRM/ERP系统（提供标准API+钉钉/企微插件）、适配中小团队技术水位（可视化编排+中文自然语言提示引导）、适配本地合规要求（支持私有化部署与国产算力适配）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商业模式：SaaS订阅为主，价值分润为辅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基础层：按席位+调用量阶梯订阅（￥299–￥1,999/用户/月）</a:t>
            </a:r>
          </a:p>
          <a:p>
            <a:pPr>
              <a:defRPr sz="1800"/>
            </a:pPr>
            <a:r>
              <a:t>增值层：行业智能体模板包（￥4,800/年/模板）、定制化流程集成（项目制，5–15万元）</a:t>
            </a:r>
          </a:p>
          <a:p>
            <a:pPr>
              <a:defRPr sz="1800"/>
            </a:pPr>
            <a:r>
              <a:t>生态层：与ISV合作分润——客户通过Aegis接入第三方工具产生的交易抽佣（如：接入电子签后每单分润1.5%）</a:t>
            </a:r>
          </a:p>
          <a:p>
            <a:pPr>
              <a:defRPr sz="1800"/>
            </a:pPr>
            <a:r>
              <a:t>LTV/CAC &gt; 4.2（基于种子客户测算），12个月回本周期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落地计划：三阶段稳健推进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Phase 1（0–6月）：MVP验证 — 完成电商客服+制造业2个垂直场景POC，签约10家付费试点客户，打磨核心工作流引擎</a:t>
            </a:r>
          </a:p>
          <a:p>
            <a:pPr>
              <a:defRPr sz="1800"/>
            </a:pPr>
            <a:r>
              <a:t>Phase 2（7–12月）：规模复制 — 上线模板市场，启动渠道伙伴计划（招募30家区域服务商），ARR突破800万元</a:t>
            </a:r>
          </a:p>
          <a:p>
            <a:pPr>
              <a:defRPr sz="1800"/>
            </a:pPr>
            <a:r>
              <a:t>Phase 3（13–24月）：生态构建 — 开放开发者平台，支持第三方智能体上架；启动出海试点（东南亚跨境电商SaaS生态）</a:t>
            </a:r>
          </a:p>
          <a:p>
            <a:pPr>
              <a:defRPr sz="1800"/>
            </a:pPr>
            <a:r>
              <a:t>关键里程碑：Q4通过等保2.0三级认证；Q2完成Pre-A轮融资（目标8000万元）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— 灵犀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