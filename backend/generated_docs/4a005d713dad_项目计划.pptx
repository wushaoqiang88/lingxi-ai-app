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由灵犀 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目标明确</a:t>
            </a:r>
          </a:p>
          <a:p>
            <a:pPr>
              <a:defRPr sz="1800"/>
            </a:pPr>
            <a:r>
              <a:t>计划清晰</a:t>
            </a:r>
          </a:p>
          <a:p>
            <a:pPr>
              <a:defRPr sz="1800"/>
            </a:pPr>
            <a:r>
              <a:t>资源充足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时间线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第一阶段: 调研</a:t>
            </a:r>
          </a:p>
          <a:p>
            <a:pPr>
              <a:defRPr sz="1800"/>
            </a:pPr>
            <a:r>
              <a:t>第二阶段: 开发</a:t>
            </a:r>
          </a:p>
          <a:p>
            <a:pPr>
              <a:defRPr sz="1800"/>
            </a:pPr>
            <a:r>
              <a:t>第三阶段: 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— 灵犀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